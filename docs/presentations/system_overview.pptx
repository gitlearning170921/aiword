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5D8EF"/>
                </a:solidFill>
                <a:latin typeface="Microsoft YaHei"/>
              </a:rPr>
              <a:t>项目案例介绍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医疗器械注册文档智能协同平台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AI Word 任务协同  ·  知识库训练  ·  智能初稿 / 审核 / 翻译  ·  文控与考试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5D8EF"/>
                </a:solidFill>
                <a:latin typeface="Microsoft YaHei"/>
              </a:rPr>
              <a:t>基于当前已上线功能整理  |  含系统实拍界面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064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2471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背景与定位：注册资料编写、审核、协同的一体化需求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0195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系统架构：AI Word 前台 + 审核引擎 + 文控 / 签字打印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1460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6090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7919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核心能力：知识训练、项目案例、初稿、审核、翻译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91839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91839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3814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45643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业务协同：公司总览、任务分配、统计催办、文控与考试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6908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1538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23367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界面实拍：训练 / 审核点 / 项目维度 / 文档审核 / 登录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4632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926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1091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Microsoft YaHei"/>
              </a:rPr>
              <a:t>价值闭环：经验复用、质量留痕、可扩展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背景与痛点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673"/>
                </a:solidFill>
                <a:latin typeface="Microsoft YaHei"/>
              </a:rPr>
              <a:t>面向有源医疗器械软件 / 独立软件注册资料场景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医疗器械软件注册资料种类多、版本密、中英文并存，人工核对成本高。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法规、程序、过往项目经验分散在文件夹中，难以按产品/国家复用。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编写、审核、修改、翻译、文控编号常拆在多个工具里，进度难以统一跟踪。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审核意见难沉淀：同类误报会反复出现，缺少「纠正入库」闭环。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需要一套可落地的协同平台：任务可分配、知识可训练、文档可生成可审核。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系统定位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0972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109728" cy="52120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AI Word（业务前台）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公司总览、任务分配、我的任务、统计催办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文档工具：初稿、审核、审核后修改、翻译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体系工具：文控中心、项目知识库、版本任务清单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考试训练中心、文献检索、去签字/去打印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按角色授权（公司管理员 / 项目管理员 / 普通用户）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审核引擎（aicheckword）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法规 / 程序 / 项目案例知识库（RAG 向量检索）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审核点自动生成，随知识库规模放大覆盖面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单文档、多文档一致性、跨文档可追溯性审核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过往项目案例自动匹配（中英文维度）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开放 REST API，供 AI Word 与外部系统集成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当前功能全景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知识训练：法规、程序、项目案例、词条、内部管控；支持 Word/PDF/Excel/压缩包，.doc 可走 WPS。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项目案例：中英名称/产品/国家、注册类别/组成/形态、适用范围、文档语言；审核时优先产品名+适用范围匹配。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审核点：按知识库规模动态生成；法规/程序审核点全语言通用；项目案例相关审核点可选中/英/中英。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文档能力：初稿生成（选模板案例）、三种审核模式、纠正入库、审核后修改、文档翻译。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协同能力：任务模板与钉钉催办、文控台账与编号、版本任务清单、考试中心（含项目案例命题）。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登录入口</a:t>
            </a:r>
          </a:p>
        </p:txBody>
      </p:sp>
      <p:pic>
        <p:nvPicPr>
          <p:cNvPr id="6" name="Picture 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AI Word 统一登录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账号 + 密码登录，按角色进入默认首页。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公司管理员 → 公司项目总览。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项目管理员 → 任务管理 / 统计。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普通用户 → 我的任务。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地址示例：本机 http://localhost:5000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法规/案例训练</a:t>
            </a:r>
          </a:p>
        </p:txBody>
      </p:sp>
      <p:pic>
        <p:nvPicPr>
          <p:cNvPr id="6" name="Picture 5" descr="03-step1-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第一步：知识入库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按公司切换独立知识库。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文件分类：法规、程序、项目案例等。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支持拖拽上传与压缩包自动解压。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也可从服务器目录批量训练。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当前库已有上千文件、数万向量块。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生成审核点</a:t>
            </a:r>
          </a:p>
        </p:txBody>
      </p:sp>
      <p:pic>
        <p:nvPicPr>
          <p:cNvPr id="6" name="Picture 5" descr="04-step1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知识越多，审核点越全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基于已训练知识库自动生成清单。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可按注册国家扩展法规检索（如 CE→MDR）。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项目案例相关审核点可选语言。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规模提示：超大库预计 ≥500 个审核点。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可上传已有基础审核点再优化。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审核点管理</a:t>
            </a:r>
          </a:p>
        </p:txBody>
      </p:sp>
      <p:pic>
        <p:nvPicPr>
          <p:cNvPr id="6" name="Picture 5" descr="06-step2-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第二步：确认后入库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查看、勾选、批量训练审核点清单。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内置「有源软件二类」通用审核点。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支持导入 JSON 审核点。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trained / draft 状态可区分是否已入库。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项目与专属资料与当前审核项目绑定。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项目专属维度</a:t>
            </a:r>
          </a:p>
        </p:txBody>
      </p:sp>
      <p:pic>
        <p:nvPicPr>
          <p:cNvPr id="6" name="Picture 5" descr="07-step2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中英字段统一维护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项目名称 / 产品名称 / 注册国家均支持中英。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注册类别、组成、项目形态可配置。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审核时按项目维度过滤适用审核点。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与「过往项目案例」区分：案例是经验复用，项目是当前任务。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型号等字段可写入一致性核对。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界面实拍 · 文档审核</a:t>
            </a:r>
          </a:p>
        </p:txBody>
      </p:sp>
      <p:pic>
        <p:nvPicPr>
          <p:cNvPr id="6" name="Picture 5" descr="05-step3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第三步：按知识库审核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通用审核 或 按项目审核。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自动匹配过往项目案例（12 个案例可用）。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产品名称 + 适用范围优先，否则按维度。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支持批量文件与压缩包。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另有多文档一致性、跨文档追溯。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项目案例闭环（经验复用）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0972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109728" cy="52120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训练侧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分类选「项目案例文件」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新建或选择已有案例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填写中英名称、产品、国家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注册类别 / 组成 / 形态 / 适用范围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文档语言：不指定 / 中 / 英 / 中英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入库到通用知识库并绑定 case_id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使用侧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审核：自动匹配后注入案例上下文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初稿：选择模板项目案例生成格式与法规部分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考试：考试类型可选「项目案例」命题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语言：法规/程序审核全语言通用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案例相关审核可指定中英文规范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纠正入库：审核误报可回写知识库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业务协同 · 公司项目总览（结构）</a:t>
            </a:r>
          </a:p>
        </p:txBody>
      </p:sp>
      <p:pic>
        <p:nvPicPr>
          <p:cNvPr id="6" name="Picture 5" descr="manual-company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公司管理员首页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登记项目：国家、类别、项目组。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一对多关联任务项目。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文档工具：初稿 / 审核 / 翻译（手动上传）。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知识库训练与发补记录（可开关）。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示意图摘自角色操作手册。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任务、统计与体系工具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440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0972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109728" cy="52120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任务协同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页面1：模板上传、负责人、截止日、批量编辑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页面2：我的任务、完成状态、执行备注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页面3：完成率、按项目/人员统计、催办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钉钉：任务分配、逾期催告、周期统计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三种角色首页不同，权限可按账号细化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F"/>
                </a:solidFill>
                <a:latin typeface="Microsoft YaHei"/>
              </a:rPr>
              <a:t>体系与质量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文控中心：受控台账、编号规则、Excel 导入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版本任务清单：按版本生成编写/变更任务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项目知识库：任务文件同步供初稿/审核共用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考试训练中心：日常 / 新标 / 项目案例命题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 文献检索、去签字、去打印（按开关启用）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F"/>
                </a:solidFill>
                <a:latin typeface="Microsoft YaHei"/>
              </a:rPr>
              <a:t>开放能力 · 审核引擎 API</a:t>
            </a:r>
          </a:p>
        </p:txBody>
      </p:sp>
      <p:pic>
        <p:nvPicPr>
          <p:cNvPr id="6" name="Picture 5" descr="02-api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76352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可被前台与外部调用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知识检索、训练、审核、初稿、翻译。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Quiz：组卷、录题、项目案例列表。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AI Word 通过集成接口代理，不把内部地址暴露给普通用户。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Swagger：http://localhost:8000/docs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Microsoft YaHei"/>
              </a:rPr>
              <a:t>•  多公司 Header：X-Aiword-Company-Id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价值与落地要点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673"/>
                </a:solidFill>
                <a:latin typeface="Microsoft YaHei"/>
              </a:rPr>
              <a:t>当前为内部试用版本，界面与开关以实际部署为准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把「过往项目经验」从文件夹变成可匹配的项目案例知识，而不是为每个新项目重新训练。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审核、初稿、考试共用同一套案例与审核点，避免各模块口径不一致。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任务协同把编写进度、催办、文控编号接到同一平台，减少邮件和表格对账。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纠正入库让误报变成组织资产；操作记录与历史报告可追溯。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功能按开关与角色授权，便于按公司逐步启用（知识训练、文控、考试等）。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F"/>
                </a:solidFill>
                <a:latin typeface="Microsoft YaHei"/>
              </a:rPr>
              <a:t>建议演示路径（10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1. 登录 AI Word，展示角色首页差异（总览 / 任务 / 我的任务）。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2. 打开知识训练：说明项目案例元数据（中英、国家、适用范围）。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3. 生成审核点：展示知识库规模与预计审核点数。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4. 文档审核：勾选自动匹配案例，上传 1～2 份文档看报告结构。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 5. 如已开启：文控中心编号、版本任务清单、考试中心项目案例命题。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AI Word 注册文档智能协同平台  ·  内部项目案例介绍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5D8EF"/>
                </a:solidFill>
                <a:latin typeface="Microsoft YaHei"/>
              </a:rPr>
              <a:t>欢迎试用与反馈。功能持续迭代中，界面以当前环境为准。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