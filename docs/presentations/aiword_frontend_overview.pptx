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5D8EF"/>
                </a:solidFill>
                <a:latin typeface="微软雅黑" panose="020B0503020204020204" charset="-122"/>
              </a:rPr>
              <a:t>项目介绍案例</a:t>
            </a:r>
            <a:endParaRPr sz="1800" b="0">
              <a:solidFill>
                <a:srgbClr val="C5D8E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AI Word 注册文档协同前台</a:t>
            </a:r>
            <a:endParaRPr sz="3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公司总览 · 任务协同 · 文档工具 · 文控与考试 · 统计催办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5D8EF"/>
                </a:solidFill>
                <a:latin typeface="微软雅黑" panose="020B0503020204020204" charset="-122"/>
              </a:rPr>
              <a:t>覆盖当前全部前台功能  |  智能能力由后台 API 提供（本册不展示后台界面）</a:t>
            </a:r>
            <a:endParaRPr sz="1400" b="0">
              <a:solidFill>
                <a:srgbClr val="C5D8E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目录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96012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064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01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28800" y="112471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角色、登录与可见范围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8366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28800" y="190195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公司总览：项目、知识训练、发补、文档工具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251460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51460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66090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03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800" y="267919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任务管理 / 我的任务 / 统计催办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3291839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291839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3814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04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28800" y="345643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文档工具：初稿、审核、审核后修改、翻译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2920" y="406908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69080"/>
            <a:ext cx="109728" cy="65836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1538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05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0" y="423367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体系与注册：文控、版本任务、项目知识库、文献、考试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02920" y="4846320"/>
            <a:ext cx="1115568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846320"/>
            <a:ext cx="109728" cy="658368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92624"/>
            <a:ext cx="914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 panose="020B0503020204020204" charset="-122"/>
              </a:rPr>
              <a:t>06</a:t>
            </a:r>
            <a:endParaRPr sz="18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28800" y="5010912"/>
            <a:ext cx="9509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系统管理、权限开关，以及后台 API 能力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前台定位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673"/>
                </a:solidFill>
                <a:latin typeface="微软雅黑" panose="020B0503020204020204" charset="-122"/>
              </a:rPr>
              <a:t>面向医疗器械软件注册资料的内部协同平台</a:t>
            </a:r>
            <a:endParaRPr sz="13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AI Word 是注册资料团队的业务前台：登录后按角色协同编写、审核、翻译、文控与考试。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智能生成/审核/翻译/训练由后台 API 完成；前台负责选公司、选项目、传文件、看进度、下发任务。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三种角色首页不同：公司管理员 → 公司总览；项目管理员 → 任务管理与统计；普通用户 → 我的任务。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顶部显示当前公司 / 项目组；项目管理员与普通用户须绑定所属项目组。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功能可按系统开关 + 账号权限开放（文献、文控、知识训练、签字打印等默认可单独关闭）。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3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登录入口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log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统一账号登录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用户名 + 密码。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登录后进入该角色默认首页。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忘记密码联系管理员。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超级管理员另需系统管理访问密码。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三种角色，三条工作线。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4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公司总览 · 工具与知识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compan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公司管理员首页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文档工具：初稿 / 审核 / 修改 / 翻译（手动上传）。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注册工具：文献检索。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知识训练：法规 / 程序 / 项目案例 / 词条。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发补记录：登记、分组、导入日志。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不从任务列表带入文件。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5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公司总览 · 项目管理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company-projec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登记与同步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登记项目：名称、注册国家、注册类别。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分配给项目组，供任务侧同步。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一对多关联任务项目。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批量编辑、移出总览（任务数据保留）。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列表按账号「注册国家可见范围」过滤。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6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任务管理 · 工具入口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uplo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项目管理员首页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文档：初稿、审核、审核后修改、翻译。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注册：文献检索。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体系：文控中心、项目知识库协同。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项目：版本任务清单生成。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考试训练中心（老师端）。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7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任务管理 · 任务列表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upload-task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派发与批量操作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可从公司总览同步项目。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录入文件名、任务类型、编写人、截止日。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分组、筛选、列设置、拖动排序。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批量审核：单文档 / 一致性 / 追溯。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批量去签字、去打印（需开启）。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8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我的任务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gener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普通用户首页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仅本人任务（或观察员只读）。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标记完成状态；事项型须先填执行备注。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可填文档链接；支持上传/替换模板。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分组、筛选、列设置、拖动排序。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操作列可跳转初稿（自动带入本行信息）。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9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统计与催办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进度看板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整体完成率、按项目/人员/交叉统计。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模块级联催办与下次自动通知时间。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手动催办：按项目、人员、交叉、单条。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项目组钉钉 Webhook（不使用加签）。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考试中心统计入口（若开启）。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10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初稿生成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dra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按案例模板出稿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个人 LLM Key 可加密保存、测试。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必选：所属公司、模板项目案例。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勾选待生成文件、语言、策略。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可选 Base 文档做就地修改。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提交后下载 ZIP；可从任务行带入项目信息。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11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文档审核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aud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三种审核模式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单文档 / 多文档一致性 / 跨文档追溯。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必选专属项目；可自动匹配过往案例。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注册国家/类别/组成/形态、文档语言。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支持多文件与 zip/tar；进度条可跟任务。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下载报告 ZIP；可纠正入库、生成待办。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12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审核后修改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audit-modif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按报告就地改稿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只落实报告中「立即修改」点。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默认 Word 修订标记、不用案例模板。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先预览修改清单再提交。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1 个目标文件 + 1 个 Base。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可手动上传 report.json，或从任务带入。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13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文档翻译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transl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多格式翻译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支持 docx / txt / xlsx / zip。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单次最多 5 文件 + 1 目标语言。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可从我的任务带入或手动上传。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压缩包自动解压内部可译文件。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完成后下载译文。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14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文控中心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document-contro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受控台账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编号、名称、分类、版本。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编号规则（Scheme）维护。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Excel 导入模板（空表 / 含示例）。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导入操作日志可追溯。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定稿后可由项目知识库同步入台账。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15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版本任务清单生成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version-tas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按版本下发任务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四步：项目与产品 → 版本链路 → 预览 → 确认。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版本号 X.Y.Z.B：X/Y 变更、Z 缺陷、B 生产发布。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可从文控同步文件编号。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预览可增删改、导出 Word/Excel。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确认后下发到任务列表。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16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项目知识库协同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project-k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任务文件入库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统计：已同步 / 失败 / 待同步 / 待入库。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入库后供初稿、审核、修改、翻译共用。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可重试失败、补历史训练。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「同步到文控」是另一条定稿链路。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与公司知识训练相互独立。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17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文献检索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litera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注册文献整理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检索式 + 年份 + 每源条数。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来源：PubMed、Google Scholar。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Embase / Cochrane 可导入 RIS/CSV。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每次检索单独成批次，刷新可恢复。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导出 Clinical Literature Search Result。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18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考试训练中心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exam-cen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老师 / 学生 / 统计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老师端：AI 录题、组卷、复审发布、下发。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体考轨道 × 日常 / 新标 / 项目案例。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学生端：来一套练习、接收考试、作答。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统计端：次数与通过情况。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左侧条件会被录题、组卷、练习继承。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19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签字打印 · 多租户 · 问题反馈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406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14400"/>
            <a:ext cx="54406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09728" cy="5257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109728" cy="525780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F"/>
                </a:solidFill>
                <a:latin typeface="微软雅黑" panose="020B0503020204020204" charset="-122"/>
              </a:rPr>
              <a:t>去签字 / 去打印</a:t>
            </a:r>
            <a:endParaRPr sz="15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任务列表可批量跳转签字、打印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对接签字打印服务，不在前台内嵌排版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默认按账号禁止，需单独开放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051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F"/>
                </a:solidFill>
                <a:latin typeface="微软雅黑" panose="020B0503020204020204" charset="-122"/>
              </a:rPr>
              <a:t>范围、反馈与多公司</a:t>
            </a:r>
            <a:endParaRPr sz="15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多租户：按公司隔离知识库与业务数据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顶部作用域：当前公司、项目组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右下角「反馈」：模块、优先级、描述、截图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我的反馈可跟进度；超管在系统管理处理工单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20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系统管理（超级管理员）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fe-adm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777240"/>
            <a:ext cx="7680960" cy="4800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777240"/>
            <a:ext cx="35661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9144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  <a:latin typeface="微软雅黑" panose="020B0503020204020204" charset="-122"/>
              </a:rPr>
              <a:t>字典 / 账号 / 配置</a:t>
            </a:r>
            <a:endParaRPr sz="1400" b="1">
              <a:solidFill>
                <a:srgbClr val="2E75B6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16002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字典：注册国家、项目组、任务类型、状态。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公司管理：维护公司与知识库对应关系。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账号：角色、项目组/公司、逐项功能权限。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系统配置：功能开关、集成、通知时间。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钉钉催办、作用域诊断、问题反馈处理。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21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后台 API 能力（不展示后台界面）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713232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B6673"/>
                </a:solidFill>
                <a:latin typeface="微软雅黑" panose="020B0503020204020204" charset="-122"/>
              </a:rPr>
              <a:t>智能计算在后台完成，前台只负责任务、文件与进度</a:t>
            </a:r>
            <a:endParaRPr sz="13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</a:rPr>
              <a:t>•  知识库：按公司 collection 训练/检索；项目案例元数据与自动匹配；审核点生成（随库规模放大）。</a:t>
            </a:r>
            <a:endParaRPr sz="15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</a:rPr>
              <a:t>•  文档智能：初稿生成、单文档审核、多文档一致性、跨文档追溯、审核后就地修改、文档翻译。</a:t>
            </a:r>
            <a:endParaRPr sz="15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</a:rPr>
              <a:t>•  质量闭环：审核点纠正入库、项目专属资料、词条与内部管控分类（内部管控不参与审核点/初稿/审核）。</a:t>
            </a:r>
            <a:endParaRPr sz="15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</a:rPr>
              <a:t>•  考试：组卷、AI 录题、复审发布、练习提交；项目案例命题与案例库对齐。</a:t>
            </a:r>
            <a:endParaRPr sz="15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微软雅黑" panose="020B0503020204020204" charset="-122"/>
              </a:rPr>
              <a:t>•  前台通过统一集成接口调用；普通用户只看到业务结果，不接触后台地址与调试信息。</a:t>
            </a:r>
            <a:endParaRPr sz="15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22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功能覆盖一览（当前版本）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406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914400"/>
            <a:ext cx="5440680" cy="525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09728" cy="5257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914400"/>
            <a:ext cx="109728" cy="5257800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F"/>
                </a:solidFill>
                <a:latin typeface="微软雅黑" panose="020B0503020204020204" charset="-122"/>
              </a:rPr>
              <a:t>协同与体系</a:t>
            </a:r>
            <a:endParaRPr sz="15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登录 / 三角色 / 观察员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公司总览、任务管理、我的任务、统计催办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文控台账、编号规则、版本任务下发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项目知识库协同、文献检索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考试中心三端、去签字/去打印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钉钉催办、问题反馈、系统管理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051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B3A5F"/>
                </a:solidFill>
                <a:latin typeface="微软雅黑" panose="020B0503020204020204" charset="-122"/>
              </a:rPr>
              <a:t>文档智能（前台入口）</a:t>
            </a:r>
            <a:endParaRPr sz="15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4983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知识训练与审核点入库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项目案例中英维度与语言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发补记录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初稿、三种审核、纠正入库、生成待办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审核后修改（修订标记）、文档翻译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B2B2B"/>
                </a:solidFill>
                <a:latin typeface="微软雅黑" panose="020B0503020204020204" charset="-122"/>
              </a:rPr>
              <a:t>•  个人 LLM Key、自动匹配案例</a:t>
            </a:r>
            <a:endParaRPr sz="13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23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37744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B3A5F"/>
                </a:solidFill>
                <a:latin typeface="微软雅黑" panose="020B0503020204020204" charset="-122"/>
              </a:rPr>
              <a:t>建议演示路径（约 12 分钟）</a:t>
            </a:r>
            <a:endParaRPr sz="2400" b="1">
              <a:solidFill>
                <a:srgbClr val="1B3A5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1. 登录，说明三种角色首页与顶部公司/项目组。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2. 公司总览：登记项目、打开文档工具；如已开知识训练，展示项目案例字段。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3. 任务管理：同步项目 → 派一条文件型任务 → 指出批量审核/文控/版本任务入口。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4. 初稿：选公司与模板案例；审核：三种模式 + 自动匹配案例。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微软雅黑" panose="020B0503020204020204" charset="-122"/>
              </a:rPr>
              <a:t>•  5. 统计催办与（可选）考试中心老师端，结束时说明功能按开关授权。</a:t>
            </a:r>
            <a:endParaRPr sz="1600" b="0">
              <a:solidFill>
                <a:srgbClr val="2B2B2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692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AI Word 前台  ·  项目介绍案例（功能以当前版本为准）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673"/>
                </a:solidFill>
                <a:latin typeface="微软雅黑" panose="020B0503020204020204" charset="-122"/>
              </a:rPr>
              <a:t>24 / 25</a:t>
            </a:r>
            <a:endParaRPr sz="1000" b="0">
              <a:solidFill>
                <a:srgbClr val="5B6673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 panose="020B0503020204020204" charset="-122"/>
              </a:rPr>
              <a:t>谢谢</a:t>
            </a:r>
            <a:endParaRPr sz="4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5D8EF"/>
                </a:solidFill>
                <a:latin typeface="微软雅黑" panose="020B0503020204020204" charset="-122"/>
              </a:rPr>
              <a:t>功能按系统开关与账号权限启用。问题可通过右下角「反馈」提交。</a:t>
            </a:r>
            <a:endParaRPr sz="1600" b="0">
              <a:solidFill>
                <a:srgbClr val="C5D8EF"/>
              </a:solidFill>
              <a:latin typeface="微软雅黑" panose="020B0503020204020204" charset="-122"/>
            </a:endParaRPr>
          </a:p>
          <a:p>
            <a:endParaRPr lang="zh-CN" sz="1600" b="0">
              <a:solidFill>
                <a:srgbClr val="C5D8E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4219</Words>
  <Application>WPS 演示</Application>
  <PresentationFormat>On-screen Show (4:3)</PresentationFormat>
  <Paragraphs>364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王珍临</cp:lastModifiedBy>
  <cp:revision>5</cp:revision>
  <dcterms:created xsi:type="dcterms:W3CDTF">2013-01-27T09:14:00Z</dcterms:created>
  <dcterms:modified xsi:type="dcterms:W3CDTF">2026-09-20T03:43:47Z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C8275F8BE8144FA29A947276705DA8F8_12</vt:lpwstr>
  </property>
</Properties>
</file>